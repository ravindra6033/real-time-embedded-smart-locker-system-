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5146" autoAdjust="0"/>
  </p:normalViewPr>
  <p:slideViewPr>
    <p:cSldViewPr snapToGrid="0">
      <p:cViewPr>
        <p:scale>
          <a:sx n="83" d="100"/>
          <a:sy n="83" d="100"/>
        </p:scale>
        <p:origin x="177" y="-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5E2BE-60D0-4B29-B6E2-AEFABC398B8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45802-CE0D-4F50-A820-EAF26FBCA1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12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45802-CE0D-4F50-A820-EAF26FBCA1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718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68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9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7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57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00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94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07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32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7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027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0014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79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40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697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814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47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58F38-FF01-4C3D-B2CB-3716F4A883F6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74C0F-7A64-4002-9310-C8DBA482C5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1525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6765F-28B4-BD30-7255-C4C573529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2135" y="781185"/>
            <a:ext cx="9144000" cy="157189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Real‑Time Embedded Smart Locker System (Raspberry Pi)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E7925-C228-3CB0-7D86-D448F0F57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5319" y="2645434"/>
            <a:ext cx="9144000" cy="30767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Eshaan Nagrecha-3165638n</a:t>
            </a:r>
          </a:p>
          <a:p>
            <a:r>
              <a:rPr lang="en-IN" dirty="0">
                <a:solidFill>
                  <a:schemeClr val="bg1"/>
                </a:solidFill>
              </a:rPr>
              <a:t>Ravindra Nayaka NM-3081803n</a:t>
            </a:r>
          </a:p>
          <a:p>
            <a:r>
              <a:rPr lang="en-IN" dirty="0">
                <a:solidFill>
                  <a:schemeClr val="bg1"/>
                </a:solidFill>
              </a:rPr>
              <a:t>Dasari Sai Manvitha-3196897d</a:t>
            </a:r>
          </a:p>
          <a:p>
            <a:r>
              <a:rPr lang="en-IN" dirty="0">
                <a:solidFill>
                  <a:schemeClr val="bg1"/>
                </a:solidFill>
              </a:rPr>
              <a:t>Raviteja </a:t>
            </a:r>
            <a:r>
              <a:rPr lang="en-IN" dirty="0" err="1">
                <a:solidFill>
                  <a:schemeClr val="bg1"/>
                </a:solidFill>
              </a:rPr>
              <a:t>Nayakanti</a:t>
            </a:r>
            <a:r>
              <a:rPr lang="en-IN" dirty="0">
                <a:solidFill>
                  <a:schemeClr val="bg1"/>
                </a:solidFill>
              </a:rPr>
              <a:t> – 3101833n</a:t>
            </a:r>
          </a:p>
          <a:p>
            <a:r>
              <a:rPr lang="en-IN" dirty="0">
                <a:solidFill>
                  <a:schemeClr val="bg1"/>
                </a:solidFill>
              </a:rPr>
              <a:t>Rahul Mahendra – 3166493m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37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4B071E-3053-C637-21F0-5BB2B1786A7F}"/>
              </a:ext>
            </a:extLst>
          </p:cNvPr>
          <p:cNvSpPr txBox="1">
            <a:spLocks/>
          </p:cNvSpPr>
          <p:nvPr/>
        </p:nvSpPr>
        <p:spPr>
          <a:xfrm>
            <a:off x="1525438" y="494521"/>
            <a:ext cx="10442275" cy="6280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Introduction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This project focuses on designing and implementing a real‑time embedded system that identifies items placed inside a locker using load‑cell sensing, 24‑bit ADC acquisition, and deterministic software execution on a Raspberry Pi.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98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B599-24FA-F097-3CC6-6E615B26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269" y="842063"/>
            <a:ext cx="10515600" cy="1325563"/>
          </a:xfrm>
        </p:spPr>
        <p:txBody>
          <a:bodyPr>
            <a:normAutofit/>
          </a:bodyPr>
          <a:lstStyle/>
          <a:p>
            <a:r>
              <a:rPr lang="en-IN" i="1" u="sng" dirty="0">
                <a:solidFill>
                  <a:schemeClr val="bg1"/>
                </a:solidFill>
              </a:rPr>
              <a:t> Objectives &amp; Deliverables</a:t>
            </a:r>
            <a:br>
              <a:rPr lang="en-IN" i="1" u="sng" dirty="0">
                <a:solidFill>
                  <a:schemeClr val="bg1"/>
                </a:solidFill>
              </a:rPr>
            </a:br>
            <a:endParaRPr lang="en-IN" i="1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B64BF-CFA8-FAA5-624A-7239962DA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276" y="19578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1" u="sng" dirty="0">
                <a:solidFill>
                  <a:schemeClr val="bg1"/>
                </a:solidFill>
              </a:rPr>
              <a:t>Objectives</a:t>
            </a:r>
          </a:p>
          <a:p>
            <a:r>
              <a:rPr lang="en-IN" dirty="0">
                <a:solidFill>
                  <a:schemeClr val="bg1"/>
                </a:solidFill>
              </a:rPr>
              <a:t>Develop a real‑time weight‑based identification system using Raspberry Pi</a:t>
            </a:r>
          </a:p>
          <a:p>
            <a:r>
              <a:rPr lang="en-IN" dirty="0">
                <a:solidFill>
                  <a:schemeClr val="bg1"/>
                </a:solidFill>
              </a:rPr>
              <a:t>Implement a stable, deterministic sensor‑reading loop for load‑cell data</a:t>
            </a:r>
          </a:p>
          <a:p>
            <a:r>
              <a:rPr lang="en-IN" dirty="0">
                <a:solidFill>
                  <a:schemeClr val="bg1"/>
                </a:solidFill>
              </a:rPr>
              <a:t>Design a modular, maintainable codebase for embedded applications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130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2E0D1-6FC0-B5A8-876F-78DE28BBF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026" y="540589"/>
            <a:ext cx="10515600" cy="55846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i="1" u="sng" dirty="0">
                <a:solidFill>
                  <a:schemeClr val="bg1"/>
                </a:solidFill>
              </a:rPr>
              <a:t>Deliverables</a:t>
            </a:r>
          </a:p>
          <a:p>
            <a:r>
              <a:rPr lang="en-IN" dirty="0">
                <a:solidFill>
                  <a:schemeClr val="bg1"/>
                </a:solidFill>
              </a:rPr>
              <a:t>Functional Smart Locker Prototype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Load cell + HX711 + Raspberry Pi integration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Real‑time item detection with ±5g accuracy</a:t>
            </a:r>
          </a:p>
          <a:p>
            <a:r>
              <a:rPr lang="en-IN" dirty="0">
                <a:solidFill>
                  <a:schemeClr val="bg1"/>
                </a:solidFill>
              </a:rPr>
              <a:t>Embedded Software Package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Sensor driver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Identification logic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Logging + interface</a:t>
            </a:r>
          </a:p>
          <a:p>
            <a:r>
              <a:rPr lang="en-IN" dirty="0">
                <a:solidFill>
                  <a:schemeClr val="bg1"/>
                </a:solidFill>
              </a:rPr>
              <a:t>Technical Documentation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System architecture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Code structure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Calibration methodology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Testing results</a:t>
            </a:r>
          </a:p>
          <a:p>
            <a:r>
              <a:rPr lang="en-IN" dirty="0">
                <a:solidFill>
                  <a:schemeClr val="bg1"/>
                </a:solidFill>
              </a:rPr>
              <a:t>Task breakdown and sprint plan</a:t>
            </a:r>
          </a:p>
          <a:p>
            <a:r>
              <a:rPr lang="en-IN" dirty="0">
                <a:solidFill>
                  <a:schemeClr val="bg1"/>
                </a:solidFill>
              </a:rPr>
              <a:t>Version‑controlled development history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76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5EA8-1A50-F7E7-7DAA-DC10077A3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223" y="787880"/>
            <a:ext cx="10774543" cy="499182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Hardware Components</a:t>
            </a:r>
          </a:p>
          <a:p>
            <a:pPr marL="571500" indent="-571500"/>
            <a:r>
              <a:rPr lang="en-US" dirty="0">
                <a:solidFill>
                  <a:schemeClr val="bg1"/>
                </a:solidFill>
              </a:rPr>
              <a:t>Raspberry Pi 4 / Pi 3B+</a:t>
            </a:r>
          </a:p>
          <a:p>
            <a:pPr marL="571500" indent="-571500"/>
            <a:r>
              <a:rPr lang="en-US" dirty="0">
                <a:solidFill>
                  <a:schemeClr val="bg1"/>
                </a:solidFill>
              </a:rPr>
              <a:t>Load Cell (5 kg)</a:t>
            </a:r>
          </a:p>
          <a:p>
            <a:pPr marL="571500" indent="-571500"/>
            <a:r>
              <a:rPr lang="en-US" dirty="0">
                <a:solidFill>
                  <a:schemeClr val="bg1"/>
                </a:solidFill>
              </a:rPr>
              <a:t>Power Supply (5V, 3A</a:t>
            </a:r>
          </a:p>
          <a:p>
            <a:pPr marL="571500" indent="-571500"/>
            <a:r>
              <a:rPr lang="en-US" dirty="0">
                <a:solidFill>
                  <a:schemeClr val="bg1"/>
                </a:solidFill>
              </a:rPr>
              <a:t>ADC</a:t>
            </a:r>
          </a:p>
          <a:p>
            <a:pPr marL="571500" indent="-571500"/>
            <a:r>
              <a:rPr lang="en-US" dirty="0">
                <a:solidFill>
                  <a:schemeClr val="bg1"/>
                </a:solidFill>
              </a:rPr>
              <a:t>Jumper Wires </a:t>
            </a:r>
          </a:p>
          <a:p>
            <a:pPr marL="571500" indent="-571500"/>
            <a:r>
              <a:rPr lang="en-US" dirty="0">
                <a:solidFill>
                  <a:schemeClr val="bg1"/>
                </a:solidFill>
              </a:rPr>
              <a:t>Solenoid Lock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3408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27</TotalTime>
  <Words>193</Words>
  <Application>Microsoft Office PowerPoint</Application>
  <PresentationFormat>Widescreen</PresentationFormat>
  <Paragraphs>40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Tw Cen MT</vt:lpstr>
      <vt:lpstr>Circuit</vt:lpstr>
      <vt:lpstr> Real‑Time Embedded Smart Locker System (Raspberry Pi)</vt:lpstr>
      <vt:lpstr>PowerPoint Presentation</vt:lpstr>
      <vt:lpstr> Objectives &amp; Deliverables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nagrechaeshaan11@gmail.com</dc:creator>
  <cp:lastModifiedBy>nagrechaeshaan11@gmail.com</cp:lastModifiedBy>
  <cp:revision>2</cp:revision>
  <dcterms:created xsi:type="dcterms:W3CDTF">2026-01-28T14:55:33Z</dcterms:created>
  <dcterms:modified xsi:type="dcterms:W3CDTF">2026-01-28T15:22:43Z</dcterms:modified>
</cp:coreProperties>
</file>